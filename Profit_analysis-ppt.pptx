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142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PRDA – 01 Profit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Regression Analysis &amp; Visualization</a:t>
            </a:r>
          </a:p>
          <a:p>
            <a:r>
              <a:t>Using MySQL and Power BI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Access startup data from a remote MySQL database</a:t>
            </a:r>
          </a:p>
          <a:p>
            <a:r>
              <a:t>• Analyze the impact of R&amp;D, Marketing, and Administration spend on Profit</a:t>
            </a:r>
          </a:p>
          <a:p>
            <a:r>
              <a:t>• Visualize relationships using Power BI</a:t>
            </a:r>
          </a:p>
          <a:p>
            <a:r>
              <a:t>• Provide business insights and profit prediction explanation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Database Connection Using Given Credentials</a:t>
            </a:r>
          </a:p>
        </p:txBody>
      </p:sp>
      <p:pic>
        <p:nvPicPr>
          <p:cNvPr id="4" name="Picture 3" descr="Screenshot 2026-02-08 0240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599403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Data Extraction from MySQL Database</a:t>
            </a:r>
          </a:p>
        </p:txBody>
      </p:sp>
      <p:pic>
        <p:nvPicPr>
          <p:cNvPr id="4" name="Picture 3" descr="Screenshot 2026-02-08 0237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200581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Startup Dataset Retrieved from Database</a:t>
            </a:r>
          </a:p>
        </p:txBody>
      </p:sp>
      <p:pic>
        <p:nvPicPr>
          <p:cNvPr id="4" name="Picture 3" descr="Screenshot 2026-02-08 0237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454637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Profit vs R&amp;D Spend (Regression Trend)</a:t>
            </a:r>
          </a:p>
        </p:txBody>
      </p:sp>
      <p:pic>
        <p:nvPicPr>
          <p:cNvPr id="4" name="Picture 3" descr="Screenshot 2026-02-08 0235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574259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Profit vs Administration Spend</a:t>
            </a:r>
          </a:p>
        </p:txBody>
      </p:sp>
      <p:pic>
        <p:nvPicPr>
          <p:cNvPr id="4" name="Picture 3" descr="Screenshot 2026-02-08 0235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557068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Profit vs Marketing Spend</a:t>
            </a:r>
          </a:p>
        </p:txBody>
      </p:sp>
      <p:pic>
        <p:nvPicPr>
          <p:cNvPr id="4" name="Picture 3" descr="Screenshot 2026-02-08 0235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573222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Profit Analysis by State</a:t>
            </a:r>
          </a:p>
        </p:txBody>
      </p:sp>
      <p:pic>
        <p:nvPicPr>
          <p:cNvPr id="4" name="Picture 3" descr="Screenshot 2026-02-08 0235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547462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R&amp;D Spend shows a strong positive relationship with Profit</a:t>
            </a:r>
          </a:p>
          <a:p>
            <a:r>
              <a:t>• Marketing Spend has a moderate impact on Profit</a:t>
            </a:r>
          </a:p>
          <a:p>
            <a:r>
              <a:t>• Administration Spend has the least influence on Profit</a:t>
            </a:r>
          </a:p>
          <a:p>
            <a:r>
              <a:t>• State-wise analysis shows variation in profitability across regions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analysis shows that investment in R&amp;D and Marketing significantly improves profitability. Companies should prioritize R&amp;D spending while optimizing administration costs to maximize profit.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164</Words>
  <Application>Microsoft Office PowerPoint</Application>
  <PresentationFormat>On-screen Show (4:3)</PresentationFormat>
  <Paragraphs>22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PRDA – 01 Profit Analysis</vt:lpstr>
      <vt:lpstr>Project Objective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Key Insights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Faiz</dc:creator>
  <cp:keywords/>
  <dc:description>generated using python-pptx</dc:description>
  <cp:lastModifiedBy>Mohammed Faiz Sayed</cp:lastModifiedBy>
  <cp:revision>1</cp:revision>
  <dcterms:created xsi:type="dcterms:W3CDTF">2013-01-27T09:14:16Z</dcterms:created>
  <dcterms:modified xsi:type="dcterms:W3CDTF">2026-02-08T14:58:40Z</dcterms:modified>
  <cp:category/>
</cp:coreProperties>
</file>